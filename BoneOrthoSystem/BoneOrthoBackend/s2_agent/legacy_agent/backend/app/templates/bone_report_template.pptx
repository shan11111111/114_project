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4"/>
  </p:notesMasterIdLst>
  <p:handoutMasterIdLst>
    <p:handoutMasterId r:id="rId5"/>
  </p:handoutMasterIdLst>
  <p:sldIdLst>
    <p:sldId id="257" r:id="rId2"/>
    <p:sldId id="258" r:id="rId3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700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50261E5-B7A8-407C-8EC1-76B17CEB3BFC}" type="datetime1">
              <a:rPr lang="zh-TW" altLang="en-US" smtClean="0"/>
              <a:t>2025/12/21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50AEE62-6B03-446E-B028-1F2C67AA2CBE}" type="datetime1">
              <a:rPr lang="zh-TW" altLang="en-US" smtClean="0"/>
              <a:t>2025/12/21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/>
              <a:t>按一下以編輯母片文字樣式</a:t>
            </a:r>
            <a:endParaRPr lang="en-US"/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en-US" dirty="0"/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1E8D126-38DE-467F-A065-2775F6C58740}" type="datetime1">
              <a:rPr lang="zh-TW" altLang="en-US" smtClean="0"/>
              <a:t>2025/12/21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 dirty="0"/>
              <a:t>按一下以編輯母片文字樣式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5B7815-05FA-48A0-B9F7-1E04C4F2927A}" type="datetime1">
              <a:rPr lang="zh-TW" altLang="en-US" smtClean="0"/>
              <a:t>2025/12/21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BF2AB9-D521-429F-BA9E-A2DD356AF2DF}" type="datetime1">
              <a:rPr lang="zh-TW" altLang="en-US" smtClean="0"/>
              <a:t>2025/12/21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48A74C-3BFC-4F64-9D88-E80E3E32994C}" type="datetime1">
              <a:rPr lang="zh-TW" altLang="en-US" smtClean="0"/>
              <a:t>2025/12/21</a:t>
            </a:fld>
            <a:endParaRPr lang="en-US" dirty="0"/>
          </a:p>
        </p:txBody>
      </p:sp>
      <p:sp>
        <p:nvSpPr>
          <p:cNvPr id="9" name="頁尾版面配置區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投影片編號預留位置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166BAE-2749-48CF-A2DD-C010F9F8CC67}" type="datetime1">
              <a:rPr lang="zh-TW" altLang="en-US" smtClean="0"/>
              <a:t>2025/12/21</a:t>
            </a:fld>
            <a:endParaRPr lang="en-US" dirty="0"/>
          </a:p>
        </p:txBody>
      </p:sp>
      <p:sp>
        <p:nvSpPr>
          <p:cNvPr id="11" name="頁尾版面配置區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投影片編號預留位置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日期版面配置區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EB3E87-0960-43A6-B33B-AB6B15A82628}" type="datetime1">
              <a:rPr lang="zh-TW" altLang="en-US" smtClean="0"/>
              <a:t>2025/12/21</a:t>
            </a:fld>
            <a:endParaRPr lang="en-US" dirty="0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投影片編號預留位置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92F8F0-693D-4EF4-BEF5-7FD95F4C1D80}" type="datetime1">
              <a:rPr lang="zh-TW" altLang="en-US" smtClean="0"/>
              <a:t>2025/12/21</a:t>
            </a:fld>
            <a:endParaRPr 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4E96419C-65CA-4A96-8C8D-1B83D1EEA06C}" type="datetime1">
              <a:rPr lang="zh-TW" altLang="en-US" smtClean="0"/>
              <a:t>2025/12/21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55B0D56E-A8D9-4835-9121-D0F2B7B922B1}" type="datetime1">
              <a:rPr lang="zh-TW" altLang="en-US" smtClean="0"/>
              <a:t>2025/12/21</a:t>
            </a:fld>
            <a:endParaRPr 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90E0D-C35F-4A14-A7E8-7670CE6639F2}" type="datetime1">
              <a:rPr lang="zh-TW" altLang="en-US" smtClean="0"/>
              <a:t>2025/12/21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E02858-A2D1-43A3-9BDC-80D1F48AA51B}" type="datetime1">
              <a:rPr lang="zh-TW" altLang="en-US" smtClean="0"/>
              <a:t>2025/12/21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tw" dirty="0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tw" dirty="0"/>
              <a:t>按一下以編輯母片文字樣式</a:t>
            </a:r>
          </a:p>
          <a:p>
            <a:pPr lvl="1" rtl="0"/>
            <a:r>
              <a:rPr lang="zh-tw" dirty="0"/>
              <a:t>第二層</a:t>
            </a:r>
          </a:p>
          <a:p>
            <a:pPr lvl="2" rtl="0"/>
            <a:r>
              <a:rPr lang="zh-tw" dirty="0"/>
              <a:t>第三層</a:t>
            </a:r>
          </a:p>
          <a:p>
            <a:pPr lvl="3" rtl="0"/>
            <a:r>
              <a:rPr lang="zh-tw" dirty="0"/>
              <a:t>第四層</a:t>
            </a:r>
          </a:p>
          <a:p>
            <a:pPr lvl="4" rtl="0"/>
            <a:r>
              <a:rPr lang="zh-tw" dirty="0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86D72111-2BF8-49E3-AA06-55BC47AB46EA}" type="datetime1">
              <a:rPr lang="zh-TW" altLang="en-US" smtClean="0"/>
              <a:t>2025/12/21</a:t>
            </a:fld>
            <a:endParaRPr 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直線接點​​(S)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MingLiu" panose="02020509000000000000" pitchFamily="49" charset="-120"/>
          <a:ea typeface="MingLiu" panose="02020509000000000000" pitchFamily="49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矩形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 rtlCol="0">
            <a:normAutofit/>
          </a:bodyPr>
          <a:lstStyle/>
          <a:p>
            <a:r>
              <a:rPr lang="zh-TW" altLang="en-US" dirty="0"/>
              <a:t>標題</a:t>
            </a:r>
            <a:r>
              <a:rPr lang="zh-tw" sz="8000" dirty="0"/>
              <a:t> Lorem Ipsum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zh-tw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Sit Dolor Amet</a:t>
            </a:r>
          </a:p>
        </p:txBody>
      </p:sp>
      <p:pic>
        <p:nvPicPr>
          <p:cNvPr id="5" name="圖片 4" descr="含有建築物、坐下、板凳、側面的圖片&#10;&#10;自動產生的描述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直線接點​​(S)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rtlCol="0" anchor="ctr">
            <a:normAutofit/>
          </a:bodyPr>
          <a:lstStyle/>
          <a:p>
            <a:pPr lvl="0" rtl="0"/>
            <a:r>
              <a:rPr lang="zh-tw" sz="4800" i="1" dirty="0">
                <a:solidFill>
                  <a:srgbClr val="FFFFFF"/>
                </a:solidFill>
              </a:rPr>
              <a:t>一個人的引言反應出他的思想……「這是我的一小步，是人類的一大步。」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 rtlCol="0">
            <a:normAutofit/>
          </a:bodyPr>
          <a:lstStyle/>
          <a:p>
            <a:pPr rtl="0"/>
            <a:r>
              <a:rPr lang="zh-tw" dirty="0">
                <a:solidFill>
                  <a:srgbClr val="FFFFFF"/>
                </a:solidFill>
              </a:rPr>
              <a:t>- 尼爾阿姆斯壯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65_TF56160789.potx" id="{C03BE16E-05B7-438C-85CB-7604B66C50C5}" vid="{E3EA7662-8E7E-4B1D-9203-FBA998A86136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{FAA7F420-867C-4942-95F3-BAEBE51DDF67}TFf0a5ceae-4542-492d-822e-d65a94fb0e1eb1361072_win32-aaceef65831a</Template>
  <TotalTime>13</TotalTime>
  <Words>36</Words>
  <Application>Microsoft Office PowerPoint</Application>
  <PresentationFormat>寬螢幕</PresentationFormat>
  <Paragraphs>4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Microsoft JhengHei UI</vt:lpstr>
      <vt:lpstr>MingLiu</vt:lpstr>
      <vt:lpstr>Calibri</vt:lpstr>
      <vt:lpstr>1_RetrospectVTI</vt:lpstr>
      <vt:lpstr>標題 Lorem Ipsum</vt:lpstr>
      <vt:lpstr>一個人的引言反應出他的思想……「這是我的一小步，是人類的一大步。」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怡珊 陳</dc:creator>
  <cp:lastModifiedBy>怡珊 陳</cp:lastModifiedBy>
  <cp:revision>1</cp:revision>
  <dcterms:created xsi:type="dcterms:W3CDTF">2025-12-21T10:45:56Z</dcterms:created>
  <dcterms:modified xsi:type="dcterms:W3CDTF">2025-12-21T10:59:15Z</dcterms:modified>
</cp:coreProperties>
</file>