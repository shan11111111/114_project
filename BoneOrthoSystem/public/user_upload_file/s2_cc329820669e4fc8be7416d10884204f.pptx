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3" d="100"/>
          <a:sy n="63" d="100"/>
        </p:scale>
        <p:origin x="18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F12F39-A2CD-0B58-68B3-F65093270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23F297-B889-F3B0-89DA-7E4BDB641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FE1255-C21C-846C-20C3-743667C28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D574-B351-45BF-86DC-70B2C5BA664A}" type="datetimeFigureOut">
              <a:rPr lang="zh-TW" altLang="en-US" smtClean="0"/>
              <a:t>2025/8/11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E46D9B-B9AD-37E3-2E81-578B3AEBF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193582-B4A7-0D54-31ED-9369186A3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F1B2-F6E3-4501-9E70-795E8585C8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379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FCCD3D-72B3-A7F1-F6D5-5D2AA340D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0AF185-9A37-F7B7-A812-D52E4F390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A0983F-DC41-C5FB-8F3C-F09FDF33D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D574-B351-45BF-86DC-70B2C5BA664A}" type="datetimeFigureOut">
              <a:rPr lang="zh-TW" altLang="en-US" smtClean="0"/>
              <a:t>2025/8/11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2100F7-5AB2-3927-02EF-F14E1D99A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A392C0-9781-FF28-037C-A325262E4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F1B2-F6E3-4501-9E70-795E8585C8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77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43FBC1-2402-AE35-7451-85AE38223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BF5DC3-0EB1-FD1E-43B1-7F0DB048C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86AA26-25AC-E9E9-5619-AD263AF36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D574-B351-45BF-86DC-70B2C5BA664A}" type="datetimeFigureOut">
              <a:rPr lang="zh-TW" altLang="en-US" smtClean="0"/>
              <a:t>2025/8/11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4940F4-72B6-27C5-72C1-C767FFF4A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992BF5-A3E5-B828-E9DC-E9D6C979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F1B2-F6E3-4501-9E70-795E8585C8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3926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31560B-413A-D4D2-737E-F339D3EB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37E8E7-A128-F69A-776F-A672BE127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D0D0F3-565B-CEFD-F721-E360FCDBA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DD029B-D363-98FB-A8CA-B9515FDC1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D574-B351-45BF-86DC-70B2C5BA664A}" type="datetimeFigureOut">
              <a:rPr lang="zh-TW" altLang="en-US" smtClean="0"/>
              <a:t>2025/8/11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0FE63E-64B7-BE1E-EFDE-99255E0B0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98A0DA-FDA5-FA5C-F956-064812CD2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F1B2-F6E3-4501-9E70-795E8585C8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5170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83A5E3-D40A-70DF-A659-1BD3D3E5D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A292F8-7E68-D7CE-DF76-40005E64C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A1BA7D-3918-9595-00D0-098F5F721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7DDD08C-FDB7-181F-6C11-32EE14B05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235F17B-E0A2-4B0F-8657-A766677E64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39FC0BC-9616-8948-72BB-139B0C183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D574-B351-45BF-86DC-70B2C5BA664A}" type="datetimeFigureOut">
              <a:rPr lang="zh-TW" altLang="en-US" smtClean="0"/>
              <a:t>2025/8/11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024ED28-B7CA-345F-A881-82737DE2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14D4F27-2DB3-1C9E-FC91-0A3A1F0CD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F1B2-F6E3-4501-9E70-795E8585C8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9157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32F085-7BC4-C73C-E215-05B585FDE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82F7D9D-AD1B-98AD-A75F-D2D37520F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D574-B351-45BF-86DC-70B2C5BA664A}" type="datetimeFigureOut">
              <a:rPr lang="zh-TW" altLang="en-US" smtClean="0"/>
              <a:t>2025/8/11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DDBE6E6-F1D3-242D-78E5-CAE0B30F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0F4BA0B-F992-2F54-C203-9C5CC8F2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F1B2-F6E3-4501-9E70-795E8585C8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4524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C6873B9-78CF-4E2D-6A12-253423EB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D574-B351-45BF-86DC-70B2C5BA664A}" type="datetimeFigureOut">
              <a:rPr lang="zh-TW" altLang="en-US" smtClean="0"/>
              <a:t>2025/8/11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FB93D43-2596-2C51-E01B-FB8FC4A5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D61857-E631-6E26-6C95-EF72D0A2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F1B2-F6E3-4501-9E70-795E8585C8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6676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92053C-9F93-F173-0B34-E4B1E54F7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887795-0B1D-5F5B-2758-B43152FA7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8002FBD-01CD-263D-C297-89AFE918A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5050F98-3CE9-2D5D-7694-37B2A478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D574-B351-45BF-86DC-70B2C5BA664A}" type="datetimeFigureOut">
              <a:rPr lang="zh-TW" altLang="en-US" smtClean="0"/>
              <a:t>2025/8/11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FD0D6F5-A733-D4B5-E561-E6F7FAC40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480930-3804-8572-C85A-80C047489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F1B2-F6E3-4501-9E70-795E8585C8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9184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66CBC5-34DB-8B92-CCE1-4BE0FFA8E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AFD43D2-6E0F-6026-2AC3-6C105E6269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71C8115-D99D-2A9E-4B9B-C8E804F43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C644D2E-BAF1-C56D-BA72-6612B720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D574-B351-45BF-86DC-70B2C5BA664A}" type="datetimeFigureOut">
              <a:rPr lang="zh-TW" altLang="en-US" smtClean="0"/>
              <a:t>2025/8/11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638BBD-04F8-E33C-EF04-C35E2FA17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F6CA846-8349-5ABF-B0B5-6444ADC21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F1B2-F6E3-4501-9E70-795E8585C8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884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40F828-43B2-3884-7461-B18FD17B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FAE67D9-0E32-833E-A5D9-37D438EC9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9634ED-B085-FF26-E236-DB03775D0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D574-B351-45BF-86DC-70B2C5BA664A}" type="datetimeFigureOut">
              <a:rPr lang="zh-TW" altLang="en-US" smtClean="0"/>
              <a:t>2025/8/11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EDD734-F749-2981-48ED-EBAF69BE3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5258F8-D4A5-AEB9-5552-8F70237C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F1B2-F6E3-4501-9E70-795E8585C8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8742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FA9784-3EEF-5DC5-A2F5-74E8B7224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B7EADD-86F1-722C-AE48-DE69B8D8A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026A5F-7B92-EF42-3CC3-0D5D3509F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CD574-B351-45BF-86DC-70B2C5BA664A}" type="datetimeFigureOut">
              <a:rPr lang="zh-TW" altLang="en-US" smtClean="0"/>
              <a:t>2025/8/11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CDBB1E-0738-9C3C-CD29-5B8C0EE81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37AF62-00D4-6B0F-1524-1BCC850E7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F1B2-F6E3-4501-9E70-795E8585C8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6442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B323EB0-BF30-B8BC-879F-3B0860653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9907D15-0E38-76CD-AB17-CE6545C38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16B18F-B2AF-6A41-067D-70FFF1DB05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CD574-B351-45BF-86DC-70B2C5BA664A}" type="datetimeFigureOut">
              <a:rPr lang="zh-TW" altLang="en-US" smtClean="0"/>
              <a:t>2025/8/11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1C6CB7-8789-7128-BFD1-D2CFC766E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0F496D-1B5A-D391-BCE6-1D12241C2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F5F1B2-F6E3-4501-9E70-795E8585C8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4884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FB99971-0A25-E805-A6F7-C58B668DE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448" y="0"/>
            <a:ext cx="2488223" cy="6858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156A73F-60E0-6AC5-0AE6-5533925C0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108" y="0"/>
            <a:ext cx="2488223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310DDE7-27C6-64CB-D6FB-6853593749B2}"/>
              </a:ext>
            </a:extLst>
          </p:cNvPr>
          <p:cNvSpPr/>
          <p:nvPr/>
        </p:nvSpPr>
        <p:spPr>
          <a:xfrm>
            <a:off x="6624320" y="2489200"/>
            <a:ext cx="762000" cy="7924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170C962-649E-8FA7-B65C-236E638B1629}"/>
              </a:ext>
            </a:extLst>
          </p:cNvPr>
          <p:cNvSpPr txBox="1"/>
          <p:nvPr/>
        </p:nvSpPr>
        <p:spPr>
          <a:xfrm>
            <a:off x="687902" y="504114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原圖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BCBA9E-9E91-2464-BF7B-55555725DBAA}"/>
              </a:ext>
            </a:extLst>
          </p:cNvPr>
          <p:cNvSpPr txBox="1"/>
          <p:nvPr/>
        </p:nvSpPr>
        <p:spPr>
          <a:xfrm>
            <a:off x="8493760" y="4856480"/>
            <a:ext cx="3390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骨折病灶處標記 </a:t>
            </a:r>
            <a:r>
              <a:rPr lang="en-US" altLang="zh-TW" dirty="0" err="1"/>
              <a:t>cofidence</a:t>
            </a:r>
            <a:r>
              <a:rPr lang="en-US" altLang="zh-TW" dirty="0"/>
              <a:t>: 99%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5881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</Words>
  <Application>Microsoft Office PowerPoint</Application>
  <PresentationFormat>寬螢幕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佳惠 石</dc:creator>
  <cp:lastModifiedBy>佳惠 石</cp:lastModifiedBy>
  <cp:revision>2</cp:revision>
  <dcterms:created xsi:type="dcterms:W3CDTF">2025-08-11T04:48:39Z</dcterms:created>
  <dcterms:modified xsi:type="dcterms:W3CDTF">2025-08-11T04:50:20Z</dcterms:modified>
</cp:coreProperties>
</file>